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70" y="9265920"/>
            <a:ext cx="1499533" cy="487680"/>
            <a:chOff x="0" y="0"/>
            <a:chExt cx="416537" cy="135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6537" cy="135467"/>
            </a:xfrm>
            <a:custGeom>
              <a:avLst/>
              <a:gdLst/>
              <a:ahLst/>
              <a:cxnLst/>
              <a:rect r="r" b="b" t="t" l="l"/>
              <a:pathLst>
                <a:path h="135467" w="416537">
                  <a:moveTo>
                    <a:pt x="0" y="0"/>
                  </a:moveTo>
                  <a:lnTo>
                    <a:pt x="416537" y="0"/>
                  </a:lnTo>
                  <a:lnTo>
                    <a:pt x="416537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F8F4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16537" cy="164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86852" y="9265920"/>
            <a:ext cx="1681998" cy="487680"/>
            <a:chOff x="0" y="0"/>
            <a:chExt cx="467222" cy="135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7222" cy="135467"/>
            </a:xfrm>
            <a:custGeom>
              <a:avLst/>
              <a:gdLst/>
              <a:ahLst/>
              <a:cxnLst/>
              <a:rect r="r" b="b" t="t" l="l"/>
              <a:pathLst>
                <a:path h="135467" w="467222">
                  <a:moveTo>
                    <a:pt x="0" y="0"/>
                  </a:moveTo>
                  <a:lnTo>
                    <a:pt x="467222" y="0"/>
                  </a:lnTo>
                  <a:lnTo>
                    <a:pt x="467222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F8F4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67222" cy="164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89219" y="9282508"/>
            <a:ext cx="2179631" cy="471092"/>
            <a:chOff x="0" y="0"/>
            <a:chExt cx="605453" cy="1308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5453" cy="130859"/>
            </a:xfrm>
            <a:custGeom>
              <a:avLst/>
              <a:gdLst/>
              <a:ahLst/>
              <a:cxnLst/>
              <a:rect r="r" b="b" t="t" l="l"/>
              <a:pathLst>
                <a:path h="130859" w="605453">
                  <a:moveTo>
                    <a:pt x="0" y="0"/>
                  </a:moveTo>
                  <a:lnTo>
                    <a:pt x="605453" y="0"/>
                  </a:lnTo>
                  <a:lnTo>
                    <a:pt x="605453" y="130859"/>
                  </a:lnTo>
                  <a:lnTo>
                    <a:pt x="0" y="130859"/>
                  </a:lnTo>
                  <a:close/>
                </a:path>
              </a:pathLst>
            </a:custGeom>
            <a:solidFill>
              <a:srgbClr val="F8F4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05453" cy="159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23341" y="9282508"/>
            <a:ext cx="2345509" cy="471092"/>
            <a:chOff x="0" y="0"/>
            <a:chExt cx="651530" cy="1308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1530" cy="130859"/>
            </a:xfrm>
            <a:custGeom>
              <a:avLst/>
              <a:gdLst/>
              <a:ahLst/>
              <a:cxnLst/>
              <a:rect r="r" b="b" t="t" l="l"/>
              <a:pathLst>
                <a:path h="130859" w="651530">
                  <a:moveTo>
                    <a:pt x="52812" y="0"/>
                  </a:moveTo>
                  <a:lnTo>
                    <a:pt x="598718" y="0"/>
                  </a:lnTo>
                  <a:cubicBezTo>
                    <a:pt x="612725" y="0"/>
                    <a:pt x="626158" y="5564"/>
                    <a:pt x="636062" y="15468"/>
                  </a:cubicBezTo>
                  <a:cubicBezTo>
                    <a:pt x="645966" y="25372"/>
                    <a:pt x="651530" y="38805"/>
                    <a:pt x="651530" y="52812"/>
                  </a:cubicBezTo>
                  <a:lnTo>
                    <a:pt x="651530" y="78047"/>
                  </a:lnTo>
                  <a:cubicBezTo>
                    <a:pt x="651530" y="92054"/>
                    <a:pt x="645966" y="105487"/>
                    <a:pt x="636062" y="115391"/>
                  </a:cubicBezTo>
                  <a:cubicBezTo>
                    <a:pt x="626158" y="125295"/>
                    <a:pt x="612725" y="130859"/>
                    <a:pt x="598718" y="130859"/>
                  </a:cubicBezTo>
                  <a:lnTo>
                    <a:pt x="52812" y="130859"/>
                  </a:lnTo>
                  <a:cubicBezTo>
                    <a:pt x="38805" y="130859"/>
                    <a:pt x="25372" y="125295"/>
                    <a:pt x="15468" y="115391"/>
                  </a:cubicBezTo>
                  <a:cubicBezTo>
                    <a:pt x="5564" y="105487"/>
                    <a:pt x="0" y="92054"/>
                    <a:pt x="0" y="78047"/>
                  </a:cubicBezTo>
                  <a:lnTo>
                    <a:pt x="0" y="52812"/>
                  </a:lnTo>
                  <a:cubicBezTo>
                    <a:pt x="0" y="38805"/>
                    <a:pt x="5564" y="25372"/>
                    <a:pt x="15468" y="15468"/>
                  </a:cubicBezTo>
                  <a:cubicBezTo>
                    <a:pt x="25372" y="5564"/>
                    <a:pt x="38805" y="0"/>
                    <a:pt x="52812" y="0"/>
                  </a:cubicBezTo>
                  <a:close/>
                </a:path>
              </a:pathLst>
            </a:custGeom>
            <a:solidFill>
              <a:srgbClr val="F8F4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51530" cy="159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06754" y="9149806"/>
            <a:ext cx="2362096" cy="603794"/>
            <a:chOff x="0" y="0"/>
            <a:chExt cx="656138" cy="1677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6138" cy="167721"/>
            </a:xfrm>
            <a:custGeom>
              <a:avLst/>
              <a:gdLst/>
              <a:ahLst/>
              <a:cxnLst/>
              <a:rect r="r" b="b" t="t" l="l"/>
              <a:pathLst>
                <a:path h="167721" w="656138">
                  <a:moveTo>
                    <a:pt x="52441" y="0"/>
                  </a:moveTo>
                  <a:lnTo>
                    <a:pt x="603697" y="0"/>
                  </a:lnTo>
                  <a:cubicBezTo>
                    <a:pt x="632659" y="0"/>
                    <a:pt x="656138" y="23479"/>
                    <a:pt x="656138" y="52441"/>
                  </a:cubicBezTo>
                  <a:lnTo>
                    <a:pt x="656138" y="115280"/>
                  </a:lnTo>
                  <a:cubicBezTo>
                    <a:pt x="656138" y="129188"/>
                    <a:pt x="650613" y="142526"/>
                    <a:pt x="640778" y="152361"/>
                  </a:cubicBezTo>
                  <a:cubicBezTo>
                    <a:pt x="630944" y="162196"/>
                    <a:pt x="617605" y="167721"/>
                    <a:pt x="603697" y="167721"/>
                  </a:cubicBezTo>
                  <a:lnTo>
                    <a:pt x="52441" y="167721"/>
                  </a:lnTo>
                  <a:cubicBezTo>
                    <a:pt x="38533" y="167721"/>
                    <a:pt x="25194" y="162196"/>
                    <a:pt x="15360" y="152361"/>
                  </a:cubicBezTo>
                  <a:cubicBezTo>
                    <a:pt x="5525" y="142526"/>
                    <a:pt x="0" y="129188"/>
                    <a:pt x="0" y="115280"/>
                  </a:cubicBezTo>
                  <a:lnTo>
                    <a:pt x="0" y="52441"/>
                  </a:lnTo>
                  <a:cubicBezTo>
                    <a:pt x="0" y="38533"/>
                    <a:pt x="5525" y="25194"/>
                    <a:pt x="15360" y="15360"/>
                  </a:cubicBezTo>
                  <a:cubicBezTo>
                    <a:pt x="25194" y="5525"/>
                    <a:pt x="38533" y="0"/>
                    <a:pt x="52441" y="0"/>
                  </a:cubicBezTo>
                  <a:close/>
                </a:path>
              </a:pathLst>
            </a:custGeom>
            <a:solidFill>
              <a:srgbClr val="F8F4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56138" cy="196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670737" y="9382034"/>
            <a:ext cx="1798113" cy="371566"/>
            <a:chOff x="0" y="0"/>
            <a:chExt cx="499476" cy="1032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476" cy="103213"/>
            </a:xfrm>
            <a:custGeom>
              <a:avLst/>
              <a:gdLst/>
              <a:ahLst/>
              <a:cxnLst/>
              <a:rect r="r" b="b" t="t" l="l"/>
              <a:pathLst>
                <a:path h="103213" w="499476">
                  <a:moveTo>
                    <a:pt x="51606" y="0"/>
                  </a:moveTo>
                  <a:lnTo>
                    <a:pt x="447869" y="0"/>
                  </a:lnTo>
                  <a:cubicBezTo>
                    <a:pt x="461556" y="0"/>
                    <a:pt x="474683" y="5437"/>
                    <a:pt x="484361" y="15115"/>
                  </a:cubicBezTo>
                  <a:cubicBezTo>
                    <a:pt x="494039" y="24793"/>
                    <a:pt x="499476" y="37919"/>
                    <a:pt x="499476" y="51606"/>
                  </a:cubicBezTo>
                  <a:lnTo>
                    <a:pt x="499476" y="51606"/>
                  </a:lnTo>
                  <a:cubicBezTo>
                    <a:pt x="499476" y="80108"/>
                    <a:pt x="476371" y="103213"/>
                    <a:pt x="447869" y="103213"/>
                  </a:cubicBezTo>
                  <a:lnTo>
                    <a:pt x="51606" y="103213"/>
                  </a:lnTo>
                  <a:cubicBezTo>
                    <a:pt x="23105" y="103213"/>
                    <a:pt x="0" y="80108"/>
                    <a:pt x="0" y="51606"/>
                  </a:cubicBezTo>
                  <a:lnTo>
                    <a:pt x="0" y="51606"/>
                  </a:lnTo>
                  <a:cubicBezTo>
                    <a:pt x="0" y="23105"/>
                    <a:pt x="23105" y="0"/>
                    <a:pt x="51606" y="0"/>
                  </a:cubicBezTo>
                  <a:close/>
                </a:path>
              </a:pathLst>
            </a:custGeom>
            <a:solidFill>
              <a:srgbClr val="F5F1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99476" cy="131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05333" y="9332271"/>
            <a:ext cx="2063517" cy="421329"/>
            <a:chOff x="0" y="0"/>
            <a:chExt cx="573199" cy="1170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3199" cy="117036"/>
            </a:xfrm>
            <a:custGeom>
              <a:avLst/>
              <a:gdLst/>
              <a:ahLst/>
              <a:cxnLst/>
              <a:rect r="r" b="b" t="t" l="l"/>
              <a:pathLst>
                <a:path h="117036" w="573199">
                  <a:moveTo>
                    <a:pt x="0" y="0"/>
                  </a:moveTo>
                  <a:lnTo>
                    <a:pt x="573199" y="0"/>
                  </a:lnTo>
                  <a:lnTo>
                    <a:pt x="573199" y="117036"/>
                  </a:lnTo>
                  <a:lnTo>
                    <a:pt x="0" y="117036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73199" cy="145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803439" y="9182981"/>
            <a:ext cx="1665411" cy="570619"/>
            <a:chOff x="0" y="0"/>
            <a:chExt cx="462614" cy="1585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2614" cy="158505"/>
            </a:xfrm>
            <a:custGeom>
              <a:avLst/>
              <a:gdLst/>
              <a:ahLst/>
              <a:cxnLst/>
              <a:rect r="r" b="b" t="t" l="l"/>
              <a:pathLst>
                <a:path h="158505" w="462614">
                  <a:moveTo>
                    <a:pt x="74378" y="0"/>
                  </a:moveTo>
                  <a:lnTo>
                    <a:pt x="388236" y="0"/>
                  </a:lnTo>
                  <a:cubicBezTo>
                    <a:pt x="429314" y="0"/>
                    <a:pt x="462614" y="33300"/>
                    <a:pt x="462614" y="74378"/>
                  </a:cubicBezTo>
                  <a:lnTo>
                    <a:pt x="462614" y="84127"/>
                  </a:lnTo>
                  <a:cubicBezTo>
                    <a:pt x="462614" y="125205"/>
                    <a:pt x="429314" y="158505"/>
                    <a:pt x="388236" y="158505"/>
                  </a:cubicBezTo>
                  <a:lnTo>
                    <a:pt x="74378" y="158505"/>
                  </a:lnTo>
                  <a:cubicBezTo>
                    <a:pt x="33300" y="158505"/>
                    <a:pt x="0" y="125205"/>
                    <a:pt x="0" y="84127"/>
                  </a:cubicBezTo>
                  <a:lnTo>
                    <a:pt x="0" y="74378"/>
                  </a:lnTo>
                  <a:cubicBezTo>
                    <a:pt x="0" y="33300"/>
                    <a:pt x="33300" y="0"/>
                    <a:pt x="74378" y="0"/>
                  </a:cubicBezTo>
                  <a:close/>
                </a:path>
              </a:pathLst>
            </a:custGeom>
            <a:solidFill>
              <a:srgbClr val="F6F6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62614" cy="18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1921" y="9232744"/>
            <a:ext cx="2046929" cy="520856"/>
            <a:chOff x="0" y="0"/>
            <a:chExt cx="568591" cy="14468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591" cy="144682"/>
            </a:xfrm>
            <a:custGeom>
              <a:avLst/>
              <a:gdLst/>
              <a:ahLst/>
              <a:cxnLst/>
              <a:rect r="r" b="b" t="t" l="l"/>
              <a:pathLst>
                <a:path h="144682" w="568591">
                  <a:moveTo>
                    <a:pt x="60515" y="0"/>
                  </a:moveTo>
                  <a:lnTo>
                    <a:pt x="508076" y="0"/>
                  </a:lnTo>
                  <a:cubicBezTo>
                    <a:pt x="524126" y="0"/>
                    <a:pt x="539518" y="6376"/>
                    <a:pt x="550867" y="17725"/>
                  </a:cubicBezTo>
                  <a:cubicBezTo>
                    <a:pt x="562216" y="29073"/>
                    <a:pt x="568591" y="44466"/>
                    <a:pt x="568591" y="60515"/>
                  </a:cubicBezTo>
                  <a:lnTo>
                    <a:pt x="568591" y="84167"/>
                  </a:lnTo>
                  <a:cubicBezTo>
                    <a:pt x="568591" y="117588"/>
                    <a:pt x="541498" y="144682"/>
                    <a:pt x="508076" y="144682"/>
                  </a:cubicBezTo>
                  <a:lnTo>
                    <a:pt x="60515" y="144682"/>
                  </a:lnTo>
                  <a:cubicBezTo>
                    <a:pt x="27094" y="144682"/>
                    <a:pt x="0" y="117588"/>
                    <a:pt x="0" y="84167"/>
                  </a:cubicBezTo>
                  <a:lnTo>
                    <a:pt x="0" y="60515"/>
                  </a:lnTo>
                  <a:cubicBezTo>
                    <a:pt x="0" y="27094"/>
                    <a:pt x="27094" y="0"/>
                    <a:pt x="60515" y="0"/>
                  </a:cubicBezTo>
                  <a:close/>
                </a:path>
              </a:pathLst>
            </a:custGeom>
            <a:solidFill>
              <a:srgbClr val="F6F4F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8591" cy="173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73105" y="9182981"/>
            <a:ext cx="2295745" cy="570619"/>
            <a:chOff x="0" y="0"/>
            <a:chExt cx="637707" cy="1585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7707" cy="158505"/>
            </a:xfrm>
            <a:custGeom>
              <a:avLst/>
              <a:gdLst/>
              <a:ahLst/>
              <a:cxnLst/>
              <a:rect r="r" b="b" t="t" l="l"/>
              <a:pathLst>
                <a:path h="158505" w="637707">
                  <a:moveTo>
                    <a:pt x="53957" y="0"/>
                  </a:moveTo>
                  <a:lnTo>
                    <a:pt x="583750" y="0"/>
                  </a:lnTo>
                  <a:cubicBezTo>
                    <a:pt x="598061" y="0"/>
                    <a:pt x="611785" y="5685"/>
                    <a:pt x="621904" y="15804"/>
                  </a:cubicBezTo>
                  <a:cubicBezTo>
                    <a:pt x="632022" y="25922"/>
                    <a:pt x="637707" y="39646"/>
                    <a:pt x="637707" y="53957"/>
                  </a:cubicBezTo>
                  <a:lnTo>
                    <a:pt x="637707" y="104549"/>
                  </a:lnTo>
                  <a:cubicBezTo>
                    <a:pt x="637707" y="118859"/>
                    <a:pt x="632022" y="132583"/>
                    <a:pt x="621904" y="142702"/>
                  </a:cubicBezTo>
                  <a:cubicBezTo>
                    <a:pt x="611785" y="152821"/>
                    <a:pt x="598061" y="158505"/>
                    <a:pt x="583750" y="158505"/>
                  </a:cubicBezTo>
                  <a:lnTo>
                    <a:pt x="53957" y="158505"/>
                  </a:lnTo>
                  <a:cubicBezTo>
                    <a:pt x="39646" y="158505"/>
                    <a:pt x="25922" y="152821"/>
                    <a:pt x="15804" y="142702"/>
                  </a:cubicBezTo>
                  <a:cubicBezTo>
                    <a:pt x="5685" y="132583"/>
                    <a:pt x="0" y="118859"/>
                    <a:pt x="0" y="104549"/>
                  </a:cubicBezTo>
                  <a:lnTo>
                    <a:pt x="0" y="53957"/>
                  </a:lnTo>
                  <a:cubicBezTo>
                    <a:pt x="0" y="39646"/>
                    <a:pt x="5685" y="25922"/>
                    <a:pt x="15804" y="15804"/>
                  </a:cubicBezTo>
                  <a:cubicBezTo>
                    <a:pt x="25922" y="5685"/>
                    <a:pt x="39646" y="0"/>
                    <a:pt x="53957" y="0"/>
                  </a:cubicBezTo>
                  <a:close/>
                </a:path>
              </a:pathLst>
            </a:custGeom>
            <a:solidFill>
              <a:srgbClr val="F6F2E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37707" cy="18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40087" y="6631784"/>
            <a:ext cx="2926080" cy="292608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7F4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01263" y="6631784"/>
            <a:ext cx="2926080" cy="3121816"/>
            <a:chOff x="0" y="0"/>
            <a:chExt cx="812800" cy="8671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67171"/>
            </a:xfrm>
            <a:custGeom>
              <a:avLst/>
              <a:gdLst/>
              <a:ahLst/>
              <a:cxnLst/>
              <a:rect r="r" b="b" t="t" l="l"/>
              <a:pathLst>
                <a:path h="86717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67171"/>
                  </a:lnTo>
                  <a:lnTo>
                    <a:pt x="0" y="867171"/>
                  </a:lnTo>
                  <a:close/>
                </a:path>
              </a:pathLst>
            </a:custGeom>
            <a:solidFill>
              <a:srgbClr val="F7F4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12800" cy="895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94907" y="9265920"/>
            <a:ext cx="1997166" cy="487680"/>
            <a:chOff x="0" y="0"/>
            <a:chExt cx="554768" cy="135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4768" cy="135467"/>
            </a:xfrm>
            <a:custGeom>
              <a:avLst/>
              <a:gdLst/>
              <a:ahLst/>
              <a:cxnLst/>
              <a:rect r="r" b="b" t="t" l="l"/>
              <a:pathLst>
                <a:path h="135467" w="554768">
                  <a:moveTo>
                    <a:pt x="0" y="0"/>
                  </a:moveTo>
                  <a:lnTo>
                    <a:pt x="554768" y="0"/>
                  </a:lnTo>
                  <a:lnTo>
                    <a:pt x="554768" y="135467"/>
                  </a:lnTo>
                  <a:lnTo>
                    <a:pt x="0" y="135467"/>
                  </a:lnTo>
                  <a:close/>
                </a:path>
              </a:pathLst>
            </a:custGeom>
            <a:solidFill>
              <a:srgbClr val="F7F4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54768" cy="164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DAG7Ol3bmNw</dc:identifier>
  <dcterms:modified xsi:type="dcterms:W3CDTF">2011-08-01T06:04:30Z</dcterms:modified>
  <cp:revision>1</cp:revision>
  <dc:title>Simplicity_Outsmarts_Complexity_In_Football_Prediction.pdf</dc:title>
</cp:coreProperties>
</file>